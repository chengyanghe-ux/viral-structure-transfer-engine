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79fca22138438c" /><Relationship Type="http://schemas.openxmlformats.org/officeDocument/2006/relationships/extended-properties" Target="/docProps/app.xml" Id="R767c28e77ed74ed8" /><Relationship Type="http://schemas.openxmlformats.org/officeDocument/2006/relationships/officeDocument" Target="/ppt/presentation.xml" Id="Rceb1b356cf8441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dc5aaefbf5439b"/>
  </p:sldMasterIdLst>
  <p:notesMasterIdLst>
    <p:notesMasterId xmlns:r="http://schemas.openxmlformats.org/officeDocument/2006/relationships" r:id="Rb2c9dfc4d11f4fc2"/>
  </p:notesMasterIdLst>
  <p:sldIdLst>
    <p:sldId xmlns:r="http://schemas.openxmlformats.org/officeDocument/2006/relationships" id="256" r:id="R6bd28e72d5574490"/>
    <p:sldId xmlns:r="http://schemas.openxmlformats.org/officeDocument/2006/relationships" id="257" r:id="Rb107ec5f00ea4c14"/>
    <p:sldId xmlns:r="http://schemas.openxmlformats.org/officeDocument/2006/relationships" id="258" r:id="Rf88b97c5be0f4736"/>
    <p:sldId xmlns:r="http://schemas.openxmlformats.org/officeDocument/2006/relationships" id="259" r:id="Rb002312fa0954d4a"/>
    <p:sldId xmlns:r="http://schemas.openxmlformats.org/officeDocument/2006/relationships" id="260" r:id="R4ce850101044487b"/>
    <p:sldId xmlns:r="http://schemas.openxmlformats.org/officeDocument/2006/relationships" id="261" r:id="R4c2162cc342947c3"/>
    <p:sldId xmlns:r="http://schemas.openxmlformats.org/officeDocument/2006/relationships" id="262" r:id="R49f012e539024117"/>
    <p:sldId xmlns:r="http://schemas.openxmlformats.org/officeDocument/2006/relationships" id="263" r:id="R15cecc4ce9254a5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dc5aaefbf5439b" /><Relationship Type="http://schemas.openxmlformats.org/officeDocument/2006/relationships/theme" Target="/ppt/theme/theme1.xml" Id="Re746d49902d54afc" /><Relationship Type="http://schemas.openxmlformats.org/officeDocument/2006/relationships/notesMaster" Target="/ppt/notesMasters/notesMaster1.xml" Id="Rb2c9dfc4d11f4fc2" /><Relationship Type="http://schemas.openxmlformats.org/officeDocument/2006/relationships/presProps" Target="/ppt/presProps.xml" Id="R0a2672b813784ca8" /><Relationship Type="http://schemas.openxmlformats.org/officeDocument/2006/relationships/viewProps" Target="/ppt/viewProps.xml" Id="Rea47ca56d2ae43fd" /><Relationship Type="http://schemas.openxmlformats.org/officeDocument/2006/relationships/tableStyles" Target="/ppt/tableStyles.xml" Id="Rd710ee9f234a4768" /><Relationship Type="http://schemas.openxmlformats.org/officeDocument/2006/relationships/slide" Target="/ppt/slides/slide1.xml" Id="R6bd28e72d5574490" /><Relationship Type="http://schemas.openxmlformats.org/officeDocument/2006/relationships/slide" Target="/ppt/slides/slide2.xml" Id="Rb107ec5f00ea4c14" /><Relationship Type="http://schemas.openxmlformats.org/officeDocument/2006/relationships/slide" Target="/ppt/slides/slide3.xml" Id="Rf88b97c5be0f4736" /><Relationship Type="http://schemas.openxmlformats.org/officeDocument/2006/relationships/slide" Target="/ppt/slides/slide4.xml" Id="Rb002312fa0954d4a" /><Relationship Type="http://schemas.openxmlformats.org/officeDocument/2006/relationships/slide" Target="/ppt/slides/slide5.xml" Id="R4ce850101044487b" /><Relationship Type="http://schemas.openxmlformats.org/officeDocument/2006/relationships/slide" Target="/ppt/slides/slide6.xml" Id="R4c2162cc342947c3" /><Relationship Type="http://schemas.openxmlformats.org/officeDocument/2006/relationships/slide" Target="/ppt/slides/slide7.xml" Id="R49f012e539024117" /><Relationship Type="http://schemas.openxmlformats.org/officeDocument/2006/relationships/slide" Target="/ppt/slides/slide8.xml" Id="R15cecc4ce9254a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ebfcca65d9b48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bcca93727f44f0" /><Relationship Type="http://schemas.openxmlformats.org/officeDocument/2006/relationships/notesMaster" Target="/ppt/notesMasters/notesMaster1.xml" Id="R6366c5e778244b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2c1c2c5746486d" /><Relationship Type="http://schemas.openxmlformats.org/officeDocument/2006/relationships/notesMaster" Target="/ppt/notesMasters/notesMaster1.xml" Id="Rd9c59c2afee448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55e3751d6144aa" /><Relationship Type="http://schemas.openxmlformats.org/officeDocument/2006/relationships/notesMaster" Target="/ppt/notesMasters/notesMaster1.xml" Id="Rcb26c57798a74a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539c599d114e11" /><Relationship Type="http://schemas.openxmlformats.org/officeDocument/2006/relationships/notesMaster" Target="/ppt/notesMasters/notesMaster1.xml" Id="R079b062a52a343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e68ee8bb0a4eed" /><Relationship Type="http://schemas.openxmlformats.org/officeDocument/2006/relationships/notesMaster" Target="/ppt/notesMasters/notesMaster1.xml" Id="R758dcc03e1f946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1ea223efd74299" /><Relationship Type="http://schemas.openxmlformats.org/officeDocument/2006/relationships/notesMaster" Target="/ppt/notesMasters/notesMaster1.xml" Id="R7020966c443b4a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a3ec1c12104130" /><Relationship Type="http://schemas.openxmlformats.org/officeDocument/2006/relationships/notesMaster" Target="/ppt/notesMasters/notesMaster1.xml" Id="R84ae83e748dd44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205cd430be49b6" /><Relationship Type="http://schemas.openxmlformats.org/officeDocument/2006/relationships/notesMaster" Target="/ppt/notesMasters/notesMaster1.xml" Id="Rbbe4c21aa91e45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2240fc2f4b45b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d442f6020af4f7d" /><Relationship Type="http://schemas.openxmlformats.org/officeDocument/2006/relationships/slideLayout" Target="/ppt/slideLayouts/slideLayout2.xml" Id="Rcd13b1c637db4c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13b1c637db4c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c34308083243b5" /><Relationship Type="http://schemas.openxmlformats.org/officeDocument/2006/relationships/image" Target="/ppt/media/image.png" Id="R815d9be05bc94c9a" /><Relationship Type="http://schemas.openxmlformats.org/officeDocument/2006/relationships/notesSlide" Target="/ppt/notesSlides/notesSlide1.xml" Id="R2084b8fccc7441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856e7ebaf345e3" /><Relationship Type="http://schemas.openxmlformats.org/officeDocument/2006/relationships/notesSlide" Target="/ppt/notesSlides/notesSlide2.xml" Id="R92db9329b96f4e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4bb125d11a41e8" /><Relationship Type="http://schemas.openxmlformats.org/officeDocument/2006/relationships/notesSlide" Target="/ppt/notesSlides/notesSlide3.xml" Id="R9f24d2e03dc347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5ef4dab3384513" /><Relationship Type="http://schemas.openxmlformats.org/officeDocument/2006/relationships/notesSlide" Target="/ppt/notesSlides/notesSlide4.xml" Id="R6e5feb23b05949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561d2acd6e4689" /><Relationship Type="http://schemas.openxmlformats.org/officeDocument/2006/relationships/image" Target="/ppt/media/image2.png" Id="R9132110965a84b60" /><Relationship Type="http://schemas.openxmlformats.org/officeDocument/2006/relationships/image" Target="/ppt/media/image3.png" Id="Rfb0cb2ffbca44012" /><Relationship Type="http://schemas.openxmlformats.org/officeDocument/2006/relationships/image" Target="/ppt/media/image4.png" Id="R879de1be92614f89" /><Relationship Type="http://schemas.openxmlformats.org/officeDocument/2006/relationships/notesSlide" Target="/ppt/notesSlides/notesSlide5.xml" Id="Re0b88e75da874e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3a91b58ed84aef" /><Relationship Type="http://schemas.openxmlformats.org/officeDocument/2006/relationships/notesSlide" Target="/ppt/notesSlides/notesSlide6.xml" Id="R1bbe9592b63549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dd4abe6eab4b81" /><Relationship Type="http://schemas.openxmlformats.org/officeDocument/2006/relationships/notesSlide" Target="/ppt/notesSlides/notesSlide7.xml" Id="R12c5f6d9945d4a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a6eace7bfb4507" /><Relationship Type="http://schemas.openxmlformats.org/officeDocument/2006/relationships/notesSlide" Target="/ppt/notesSlides/notesSlide8.xml" Id="R7d65c7b8f7c24c5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D3DAA2-12BF-48A9-8828-D028189B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5FFE1-088B-4AE2-8DAA-D02EDB62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爆款结构迁移引擎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FB2CD-99D9-4847-B214-1D8E2DBD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8D2E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8D2E0"/>
                </a:solidFill>
                <a:latin typeface="Aptos"/>
                <a:ea typeface="Aptos"/>
                <a:cs typeface="Aptos"/>
              </a:rPr>
              <a:t>从样例拆解、素材补全到有声视频重组的 AI 创作平台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7458B-121E-4FDE-911A-3ED63680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9FEBA-5B12-4BBE-9E97-0E9EC3A2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1457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可解释结构迁移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4B011-74B7-4F8B-86D2-1628DE56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79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B028A-F23F-4CCF-90BA-027330C6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14575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Remotion 高质量成片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95B98-01ED-47CA-9986-F6A6D8B4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479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E4018-23DB-40B3-9042-1D29DAB3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1457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素材缺口补全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85F2E-553A-4D31-8E25-02AEE989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38200"/>
            <a:ext cx="31432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A"/>
          </a:solidFill>
          <a:ln xmlns:a="http://schemas.openxmlformats.org/drawingml/2006/main" w="9525">
            <a:solidFill>
              <a:srgbClr val="2635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B98497-3DA4-440E-AF5F-09E58F18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07A3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07A38"/>
                </a:solidFill>
                <a:latin typeface="Aptos"/>
                <a:ea typeface="Aptos"/>
                <a:cs typeface="Aptos"/>
              </a:rPr>
              <a:t>38s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916471-0289-4E13-9A32-AC55818D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可播放完整 MP4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CBE4BB-9109-4E09-BE23-7B8F7468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290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1B6E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41B6E6"/>
                </a:solidFill>
                <a:latin typeface="Aptos"/>
                <a:ea typeface="Aptos"/>
                <a:cs typeface="Aptos"/>
              </a:rPr>
              <a:t>1080x1920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29D037-5FBF-49FA-86FD-D17DFC13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243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竖屏短视频规格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326DDC-48EE-4BEC-B132-F500A54E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2A06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2A06B"/>
                </a:solidFill>
                <a:latin typeface="Aptos"/>
                <a:ea typeface="Aptos"/>
                <a:cs typeface="Aptos"/>
              </a:rPr>
              <a:t>-19.1 dB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D4FEE9-CE4C-47DC-9C26-6797BB23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243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已验证非静音音频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C6B79C-A749-4161-88E6-4181014B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619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1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1FA"/>
                </a:solidFill>
                <a:latin typeface="Aptos"/>
                <a:ea typeface="Aptos"/>
                <a:cs typeface="Aptos"/>
              </a:rPr>
              <a:t>核心判断：评委需要看见结构如何迁移，也要看到结果能变成一个完整、有节奏、有声音的视频。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131396-DB9B-4960-B6CB-7DB633DC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EAB1A7-CE94-457C-B351-BEB64CC9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9130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爆款结构迁移引擎 / ByteDance 工程训练营 / 01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d9be05bc94c9a"/>
          <a:srcRect xmlns:a="http://schemas.openxmlformats.org/drawingml/2006/main" l="0" t="50" r="0" b="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0" y="1181100"/>
            <a:ext cx="2381250" cy="422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0941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25DFE9-5908-450C-BBEC-7CC4BF8D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17DA5-9BB1-491A-8AA2-E6E5F951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7A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7A38"/>
                </a:solidFill>
                <a:latin typeface="Aptos"/>
                <a:ea typeface="Aptos"/>
                <a:cs typeface="Aptos"/>
              </a:rPr>
              <a:t>为什么值得做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10BD2-0022-474D-A3F0-71160CB7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429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短视频的爆点往往藏在结构里，不只在素材里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697E6-CD38-4E46-B095-AB09EC35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666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创作者能感受到好视频，但很难把 hook、镜头节奏、字幕包装、卖点推进和 CTA 复用到新商品。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2FCE1-6E58-4A64-A31E-E29121FE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4762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A02CC-29C5-457B-B174-45A23415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18B15-3354-444C-9FDF-88F4946F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样例理解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3E927-AA4C-4717-BD8C-3F434F62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抽取 hook、段落、镜头目的、字幕密度、转场节奏。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4A2D5-0147-4B65-8F2D-BB25F426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57450"/>
            <a:ext cx="4762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A77A56-3138-4C38-999D-15C2DD4D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9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88C4D6-3A21-4D15-9037-DCB769D0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70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结构抽象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BDDE75-C533-443C-9476-DDC2B5E3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把视频拆成可迁移槽位，而不是复制原内容。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8CA17-8E79-491F-8C94-4EC219E4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4762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E83559-F4A8-4408-B30A-D2D5C392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068DC5-09CB-4B1A-8CE0-C1432A72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素材适配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C912BC-003D-4CF4-B558-A141CB64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识别缺少商品特写、使用过程、对比结果、结尾 CTA。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6C6EFD-12C4-4E55-9AAF-8961A3F2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57650"/>
            <a:ext cx="4762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187202-6A9E-43DC-94F6-5B2DEE62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053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2B8627-CE53-4FA5-BAAF-1ABC5D2E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672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结果生成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D12726-907E-4D22-A1D0-504B9B87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2915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输出脚本、分镜、时间线、包装建议和有声 MP4 demo。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7745EF-89A3-4520-BC5C-73CB737B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FE29D9-0059-47EF-B461-796F7C55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9130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爆款结构迁移引擎 / ByteDance 工程训练营 / 02</a:t>
            </a:r>
          </a:p>
        </p:txBody>
      </p:sp>
    </p:spTree>
    <p:extLst>
      <p:ext uri="{BB962C8B-B14F-4D97-AF65-F5344CB8AC3E}">
        <p14:creationId xmlns:p14="http://schemas.microsoft.com/office/powerpoint/2010/main" val="21328241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8C56B1-1227-42F1-9061-E0792704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9370E-19D2-48FD-BB99-916EEA11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7A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7A38"/>
                </a:solidFill>
                <a:latin typeface="Aptos"/>
                <a:ea typeface="Aptos"/>
                <a:cs typeface="Aptos"/>
              </a:rPr>
              <a:t>系统闭环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59F78-1347-4F73-B7DC-AA9D1F4B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429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四步闭环覆盖 P0 评分项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D70270-93AE-426D-882E-5218F2A8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666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样例输入、结构拆解、素材缺口、迁移生成和结果验证在同一条链路里完成。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ABEE2-4461-4576-9C22-84695C67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8BE7F-525A-4E1F-8EC3-C07400A4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7A3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07A3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09F84-7FC0-4532-820A-2B851D40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147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样例解析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948E7-0FE8-4590-8DF3-54086976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ffprobe / 抽帧 / ASR / 多模态理解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ED597-0E59-4174-91AC-D18B3C4F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528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1CAB2-B229-4E6D-9CE3-AA3902C7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766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21A08-4C05-4E8A-980A-9B74454C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71750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2EB52-4888-4A85-B171-A66E4A7A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813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7A3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07A3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F79FA9-D153-421D-8BE7-0B93E750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147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结构拆解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BD10DD-4CEA-4E36-8AC4-847E0736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7665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脚本段落 / 节奏 / 包装 / BGM 卡点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CD7EBA-FB03-4FA7-9F2C-2DDB52A1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528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E98D36-95E1-43BC-8BA6-16796B21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766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ADE164-8398-43D1-BAC1-D3467360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5EEEA7-DE7B-4795-85EF-335C4E8C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813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7A3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07A3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041E62-5301-464C-8B71-593EA1D4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147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素材适配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1C53E3-4AB8-4C01-9701-ED6630F4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7665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槽位匹配 / 缺口识别 / 补全策略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878134-3FA0-4AFA-BCB0-AAD90409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528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840687-B4BB-4CE3-87B5-ABF08699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766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A6A004-FD9F-4DB4-8998-EF2A329B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71750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7B5855-D4C6-44B6-96BE-875E1275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813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7A3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07A3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DC8871-A31E-4F5D-B037-7DD20E0B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147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视频重组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9FD966-5FB5-447F-8773-46827270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7665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RenderTimeline / Remotion / MP4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EBAFBA-CAE6-4129-951B-BBC2E901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交付结果：脚本 + 分镜 + 时间线 + 包装建议 + 有声视频 demo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B34772-AE32-4181-97DA-3A206607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971CD9-7C85-4668-92B7-49958D08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9130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爆款结构迁移引擎 / ByteDance 工程训练营 / 03</a:t>
            </a:r>
          </a:p>
        </p:txBody>
      </p:sp>
    </p:spTree>
    <p:extLst>
      <p:ext uri="{BB962C8B-B14F-4D97-AF65-F5344CB8AC3E}">
        <p14:creationId xmlns:p14="http://schemas.microsoft.com/office/powerpoint/2010/main" val="137931116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B4CA63-BA51-4B02-A46D-0346EB60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BCF46-A045-4630-8BDC-4C5FA374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7A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7A38"/>
                </a:solidFill>
                <a:latin typeface="Aptos"/>
                <a:ea typeface="Aptos"/>
                <a:cs typeface="Aptos"/>
              </a:rPr>
              <a:t>核心协议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ADC80-4743-4599-985B-2409D002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429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模型只产 JSON，Remotion 只渲染白名单组件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5DE99-9AFA-4765-8690-35137CCC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666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这条边界让系统能接云模型，也能在比赛现场离线跑通。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1124E-DB0A-4C2A-A909-4142C90D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FA3E89-0F7F-404B-84BE-F8133D15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857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E42530-350E-4CA2-B43C-2D476C4C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233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LLM / 多模态模型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EB78D-E220-4130-AF34-B92C7A2F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5755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样例理解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素材打标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字幕重点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节奏建议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8D943-08C1-46EA-B69B-3CAC45B3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242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77D2A9-4794-4AAA-8CB5-69D7A903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D5EEE-D248-41D3-84CA-68B77577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2857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C3538-B4ED-40B2-86A5-C55D9ADB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67000"/>
            <a:ext cx="233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RenderTimeline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997A24-83BD-4422-8784-BEB3EDCA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5755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scene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captionTokens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visualLayers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audioCues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489B37-5F79-488A-96E8-A047F332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242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CE4C85-3B24-40E4-B441-C908DDD0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43150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78E442-2A52-49A3-B645-74B147F0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43150"/>
            <a:ext cx="2857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E7644C-07E1-4FC4-98FC-0C682E34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67000"/>
            <a:ext cx="233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Remotion renderer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2739F7-FAC9-4F94-BBFB-460742F7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5755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OffthreadVideo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动态字幕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转场包装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音频床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E38A32-29E4-412F-A326-9376C589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安全边界：不执行模型生成代码；Zod 校验所有结构；真实素材只走静态映射；渲染组件由项目白名单控制。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D7D0EF-383C-41E6-B685-C9455E6D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7BCFD3-7A0F-41A7-81C7-BECE4726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9130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爆款结构迁移引擎 / ByteDance 工程训练营 / 04</a:t>
            </a:r>
          </a:p>
        </p:txBody>
      </p:sp>
    </p:spTree>
    <p:extLst>
      <p:ext uri="{BB962C8B-B14F-4D97-AF65-F5344CB8AC3E}">
        <p14:creationId xmlns:p14="http://schemas.microsoft.com/office/powerpoint/2010/main" val="16646818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025956-9F87-41C6-A0E7-3C06EFA6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2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1D7E6-C16E-42ED-8737-40C762F4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7A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7A38"/>
                </a:solidFill>
                <a:latin typeface="Aptos"/>
                <a:ea typeface="Aptos"/>
                <a:cs typeface="Aptos"/>
              </a:rPr>
              <a:t>视频证据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208AA-11EF-410F-95A9-20F55A02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429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已经能输出完整有声高质量竖屏视频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74482-5C08-4BF5-ACBC-B4AB78AC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85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5D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C5D6"/>
                </a:solidFill>
                <a:latin typeface="Aptos"/>
                <a:ea typeface="Aptos"/>
                <a:cs typeface="Aptos"/>
              </a:rPr>
              <a:t>最新 demo：38 秒，1080x1920，30fps，MP3 音频流，mean_volume -19.1 dB。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26B2F8-4454-453B-82AA-6A662D84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6954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A"/>
          </a:solidFill>
          <a:ln xmlns:a="http://schemas.openxmlformats.org/drawingml/2006/main" w="9525">
            <a:solidFill>
              <a:srgbClr val="2635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E188E-FEDE-4536-AE61-726F2440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66950"/>
            <a:ext cx="16954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A"/>
          </a:solidFill>
          <a:ln xmlns:a="http://schemas.openxmlformats.org/drawingml/2006/main" w="9525">
            <a:solidFill>
              <a:srgbClr val="2635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DB293-A40D-438E-8DFC-A800A1E5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266950"/>
            <a:ext cx="16954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A"/>
          </a:solidFill>
          <a:ln xmlns:a="http://schemas.openxmlformats.org/drawingml/2006/main" w="9525">
            <a:solidFill>
              <a:srgbClr val="2635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8F0A11-5FCD-4763-8FB0-D676EE2A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28575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F"/>
          </a:solidFill>
          <a:ln xmlns:a="http://schemas.openxmlformats.org/drawingml/2006/main" w="9525">
            <a:solidFill>
              <a:srgbClr val="2635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3CD56-B4D1-43F6-88EA-7F9CD749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验证结果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9AB36-F5A0-472A-AC6B-0F269D06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57550"/>
            <a:ext cx="2190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3F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E3F0"/>
                </a:solidFill>
                <a:latin typeface="Aptos"/>
                <a:ea typeface="Aptos"/>
                <a:cs typeface="Aptos"/>
              </a:rPr>
              <a:t>视频：1080x1920 / 30fps</a:t>
            </a:r>
          </a:p>
          <a:p xmlns:a="http://schemas.openxmlformats.org/drawingml/2006/main">
            <a:pPr algn="l">
              <a:defRPr sz="1125" b="0">
                <a:solidFill>
                  <a:srgbClr val="D8E3F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E3F0"/>
                </a:solidFill>
                <a:latin typeface="Aptos"/>
                <a:ea typeface="Aptos"/>
                <a:cs typeface="Aptos"/>
              </a:rPr>
              <a:t>时长：38.00s</a:t>
            </a:r>
          </a:p>
          <a:p xmlns:a="http://schemas.openxmlformats.org/drawingml/2006/main">
            <a:pPr algn="l">
              <a:defRPr sz="1125" b="0">
                <a:solidFill>
                  <a:srgbClr val="D8E3F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E3F0"/>
                </a:solidFill>
                <a:latin typeface="Aptos"/>
                <a:ea typeface="Aptos"/>
                <a:cs typeface="Aptos"/>
              </a:rPr>
              <a:t>音频：MP3 / 48kHz / stereo</a:t>
            </a:r>
          </a:p>
          <a:p xmlns:a="http://schemas.openxmlformats.org/drawingml/2006/main">
            <a:pPr algn="l">
              <a:defRPr sz="1125" b="0">
                <a:solidFill>
                  <a:srgbClr val="D8E3F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E3F0"/>
                </a:solidFill>
                <a:latin typeface="Aptos"/>
                <a:ea typeface="Aptos"/>
                <a:cs typeface="Aptos"/>
              </a:rPr>
              <a:t>音量：mean -19.1 dB, max -3.8 dB</a:t>
            </a:r>
          </a:p>
          <a:p xmlns:a="http://schemas.openxmlformats.org/drawingml/2006/main">
            <a:pPr algn="l">
              <a:defRPr sz="1125" b="0">
                <a:solidFill>
                  <a:srgbClr val="D8E3F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E3F0"/>
                </a:solidFill>
                <a:latin typeface="Aptos"/>
                <a:ea typeface="Aptos"/>
                <a:cs typeface="Aptos"/>
              </a:rPr>
              <a:t>状态：可播放、非静音、字幕可读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5AEACB-862F-4AB6-9213-AB4A964F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13FF5-63EB-4AAD-BC36-A9EF9958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9130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爆款结构迁移引擎 / ByteDance 工程训练营 / 05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32110965a84b60"/>
          <a:srcRect xmlns:a="http://schemas.openxmlformats.org/drawingml/2006/main" l="20" t="0" r="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2381250"/>
            <a:ext cx="1504950" cy="2676525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0cb2ffbca44012"/>
          <a:srcRect xmlns:a="http://schemas.openxmlformats.org/drawingml/2006/main" l="20" t="0" r="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38800" y="2381250"/>
            <a:ext cx="1504950" cy="2676525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9de1be92614f89"/>
          <a:srcRect xmlns:a="http://schemas.openxmlformats.org/drawingml/2006/main" l="20" t="0" r="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7550" y="2381250"/>
            <a:ext cx="1504950" cy="26765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2357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570F9B-CB91-4F43-897F-B23E9284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F8616-7EB5-474F-961C-BAFAA2EE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7A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7A38"/>
                </a:solidFill>
                <a:latin typeface="Aptos"/>
                <a:ea typeface="Aptos"/>
                <a:cs typeface="Aptos"/>
              </a:rPr>
              <a:t>评审可见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A0B40-6CDB-4CF4-83E3-51C6F4D7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429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页面展示迁移过程，不只给一个黑箱结果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E940D-DF62-43AD-811D-5399F926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666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评委能看到样例抽取、结构映射、缺口识别、补全策略、版本评分和最终视频。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2BF18-D35F-4CB0-82AB-BA56C1EA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8988C-3DA1-4BCC-825F-7A1ECD8D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样例结构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064B3E-5098-456E-B174-A2828F71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003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Hook、段落、节奏、字幕包装、音乐卡点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C260F-DDDD-4C8B-A72A-3249B717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2F1A8-A530-4BD4-A93F-53B97534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迁移映射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C17B3-6647-4681-9441-F6330A15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670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每个样例结构槽位映射到新主题或商品卖点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6635F2-10CA-4E8C-A2E4-8B62C06C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A2C6E2-A50A-4111-B743-8AFB3850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素材缺口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CC71B3-21E5-4DFD-806E-66233C4E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338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缺商品特写、使用过程、对比结果、CTA 镜头时给出影响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642F1A-294E-48E4-AAAF-E74C9306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919502-BAB2-4607-B703-492C85C6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补全结果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DD0A1-89B2-45F6-B6A5-80AFA6FF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005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结构重排、字幕补全、包装卡片、素材复用或 AIGC 占位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D612EB-A22E-4418-986E-98C79101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4E52EC-54D2-45B9-894C-649CA8DC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视频输出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B93369-649D-452B-9D3A-5EA647F2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673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Remotion 生成可下载 MP4，后续可接 Player 预览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5E1E04-988C-40A6-AEAC-9167C9C7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ABD1E5-98BF-4DA0-B5BB-FE09F0AA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9130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爆款结构迁移引擎 / ByteDance 工程训练营 / 06</a:t>
            </a:r>
          </a:p>
        </p:txBody>
      </p:sp>
    </p:spTree>
    <p:extLst>
      <p:ext uri="{BB962C8B-B14F-4D97-AF65-F5344CB8AC3E}">
        <p14:creationId xmlns:p14="http://schemas.microsoft.com/office/powerpoint/2010/main" val="6026586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6F108B-3F68-4B40-89FE-716EB3AB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10D92-9C1C-4F3A-8B4E-5C2C2306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7A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7A38"/>
                </a:solidFill>
                <a:latin typeface="Aptos"/>
                <a:ea typeface="Aptos"/>
                <a:cs typeface="Aptos"/>
              </a:rPr>
              <a:t>工具协议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D030A2-82EA-43CA-BE61-14ABD50C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429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用 AI 辅助，但关键定义和工程链路由项目控制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E5B16-32F8-487B-9679-DC35A6F4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666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这部分直接回应任务书对 AI 工具使用、工具协议和安全边界的要求。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BBB80-8010-44AA-BD95-209D44A6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428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BA48F-B88E-465B-AABA-50114A30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336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6FB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6FB8"/>
                </a:solidFill>
                <a:latin typeface="Aptos"/>
                <a:ea typeface="Aptos"/>
                <a:cs typeface="Aptos"/>
              </a:rPr>
              <a:t>LLM / 多模态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C50CB-CA18-4775-A82E-9396A4AD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理解样例、生成脚本和时间线建议；只允许输出 JSON。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3EF5A-894A-4A50-A9ED-A41EE111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81250"/>
            <a:ext cx="428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500EC-64BF-435F-8763-46FFCDB5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336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6FB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6FB8"/>
                </a:solidFill>
                <a:latin typeface="Aptos"/>
                <a:ea typeface="Aptos"/>
                <a:cs typeface="Aptos"/>
              </a:rPr>
              <a:t>FFmpeg / ffprobe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2BB36A-C86E-4B1B-9AFB-AEF2222F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00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读取时长、抽帧、检测音频和导出验证帧。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146FD-5727-4473-8ECA-71DF6F4B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428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0F4B4B-5076-4FF2-A161-8CC1B4BE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6FB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6FB8"/>
                </a:solidFill>
                <a:latin typeface="Aptos"/>
                <a:ea typeface="Aptos"/>
                <a:cs typeface="Aptos"/>
              </a:rPr>
              <a:t>Remotion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F22A50-D658-4E80-AEE8-B2DCCD47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67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把受控时间线渲染成可下载 MP4。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17E840-B589-4052-BDE7-3C62BB83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48050"/>
            <a:ext cx="428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369096-FCA2-4C52-BEC3-B7F937B4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004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6FB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6FB8"/>
                </a:solidFill>
                <a:latin typeface="Aptos"/>
                <a:ea typeface="Aptos"/>
                <a:cs typeface="Aptos"/>
              </a:rPr>
              <a:t>Image generation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359C07-CF9C-43F6-A199-2DF315DF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67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生成封面和缺口补图，输出仍进入素材槽位。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2C8FC3-451F-43F9-B6A0-CCB59363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428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FF4743-4BD7-4D92-BBBF-9302A69A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6FB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6FB8"/>
                </a:solidFill>
                <a:latin typeface="Aptos"/>
                <a:ea typeface="Aptos"/>
                <a:cs typeface="Aptos"/>
              </a:rPr>
              <a:t>Obsidian / docs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624AED-5EC2-4D71-91AF-437D3F49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33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沉淀方案、架构、答辩稿和竞品调研。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4F0052-FA26-4788-960E-9F7303DB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C26EEC-88FD-4738-A572-670974EB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9130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爆款结构迁移引擎 / ByteDance 工程训练营 / 07</a:t>
            </a:r>
          </a:p>
        </p:txBody>
      </p:sp>
    </p:spTree>
    <p:extLst>
      <p:ext uri="{BB962C8B-B14F-4D97-AF65-F5344CB8AC3E}">
        <p14:creationId xmlns:p14="http://schemas.microsoft.com/office/powerpoint/2010/main" val="16535910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B1BB7F-A35B-493E-B1D4-9C609CFE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FB3B6-305F-40D4-A60A-53AA2051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7A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7A38"/>
                </a:solidFill>
                <a:latin typeface="Aptos"/>
                <a:ea typeface="Aptos"/>
                <a:cs typeface="Aptos"/>
              </a:rPr>
              <a:t>交付状态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C87EAC-C1CB-486B-A9E0-FE7AF256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429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下一步只围绕拿奖证据继续打磨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7746F-BDBA-4217-BF5C-DDE28FB3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666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项目已经从方案脚本走到有声视频闭环，后续重点是 UI 预览、封面/补图和最终案例包装。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BB21C-6A7B-4350-9CA1-99DAF248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2A06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2A06B"/>
                </a:solidFill>
                <a:latin typeface="Aptos"/>
                <a:ea typeface="Aptos"/>
                <a:cs typeface="Aptos"/>
              </a:rPr>
              <a:t>P0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857E3-A1BB-44AA-B01E-940FB1BB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闭环、缺口识别、结果展示已覆盖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735C55-CDF2-44F7-BB33-80D9469C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765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07A3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07A38"/>
                </a:solidFill>
                <a:latin typeface="Aptos"/>
                <a:ea typeface="Aptos"/>
                <a:cs typeface="Aptos"/>
              </a:rPr>
              <a:t>P1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A700D-B270-41CC-B371-13F04F58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718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多版本、人工可调、真实素材适配在路上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982E3F-8612-4BD5-AB0C-D0EED94C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6FB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E6FB8"/>
                </a:solidFill>
                <a:latin typeface="Aptos"/>
                <a:ea typeface="Aptos"/>
                <a:cs typeface="Aptos"/>
              </a:rPr>
              <a:t>+10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25F33-E03E-4EB2-B428-3A5058C9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自然语言改片、AIGC 补全、结构解释性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FDEFE-5489-4E6B-B7BB-0B562C6A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876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01DD93-C6C0-40AD-8F10-F8E6F3B5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38650"/>
            <a:ext cx="762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评审一句话：我们不是复刻爆款，而是把爆款的创作方法抽成可解释结构，再迁移到新主题，并在素材不足时自动补出可交付的视频方案。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C7638F-D5C5-48AE-887E-0C142E7E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17D9C8-93D6-42E7-9B7E-7CF24BF2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9130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爆款结构迁移引擎 / ByteDance 工程训练营 / 08</a:t>
            </a:r>
          </a:p>
        </p:txBody>
      </p:sp>
    </p:spTree>
    <p:extLst>
      <p:ext uri="{BB962C8B-B14F-4D97-AF65-F5344CB8AC3E}">
        <p14:creationId xmlns:p14="http://schemas.microsoft.com/office/powerpoint/2010/main" val="617358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2026-05-26T08:56:04.0970000Z</dcterms:created>
  <dcterms:modified xsi:type="dcterms:W3CDTF">2026-05-26T08:56:04.0970000Z</dcterms:modified>
</coreProperties>
</file>